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ampala_ne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21916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2FF"/>
                </a:solidFill>
              </a:defRPr>
            </a:pPr>
            <a:r>
              <a:t>Analysis of Tricycle PCU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Enhanced Traffic Flow in Kampala City | Sserunjogi Ambrose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Introduction &amp; Context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The Problem Gap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Core Research Objectives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Advanced Literature Review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Methodology &amp; Case Study Sites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Data Analysis &amp; Simulation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• Results &amp; Policy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1.1 Background: Mixed Traffic in Kampala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The urban fabric of Kampala is defined by heterogeneity.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Tricycles bridge the gap between 2-wheelers and 4-wheelers.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Rapid modal shift (7-10%) observed since 2019.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1.2 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Existing PCU values are foreign or static.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Models ignore 'Aggressive Weaving' behavior.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Suboptimal junction performance at signalized nodes.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1.3 Advanced 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1. Derive static PCU values using Headway Ratio.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2. Quantify dynamic factors (Congestion &amp; Weather).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3. Calibrate VISSIM parameters for local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2.1 The Concept of PCU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Passenger Car Unit (PCU) as a flow standardization metric.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Size, speed, and acceleration as primary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2.5 Advanced Theory: LWR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Lighthill-Whitham-Richards Theory applied to tricycles.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Modeling kinematic waves in heterogeneous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2.6 Stochastic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10,000 Monte Carlo iterations for headway analysis.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Capturing the variance in tricycle driver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3.1 Study Area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GKMA nodes targeting high interaction ratios.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Primary nodes: Wandegeya, Kibuye, Nateete.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3.7 VISSIM Calibration (Parameters)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ax (Standstill): 0.65m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bx_add: 2.5 | bx_mult: 4.2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Advanced lateral behavior settings enabled.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3.8 VISSIM Automation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Utilizing COM API for iterative calibration.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Automated extraction of queue lengths and saturation 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4.1 Result: Technical PCU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Observed PCU: 1.35 (Avg) vs. 0.75 (Default).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Confirms tricycles occupy significantly more operational space.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4.4 Multivariate PCU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Dynamic PCU varies from 1.15 to 1.62 based on V/C.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Heatmap analysis reveals 'Congestion Points' for tricycles.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Research Detail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Deep-dive analysis of traffic flow data and model calibration results. This slide covers specific intersection performance and statistical significance of the derived PCU values.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Final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Evidence-based PCUs are critical for GKMA flow.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Advanced models are now required for Kampala mobility.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705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Questions? 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Contact: Sserunjogi Ambrose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