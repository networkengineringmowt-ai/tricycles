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mpala_neon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219169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0" b="1">
                <a:solidFill>
                  <a:srgbClr val="00F2FF"/>
                </a:solidFill>
              </a:defRPr>
            </a:pPr>
            <a:r>
              <a:t>ANALYSIS OF TRICYCLE PCU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FOR ENHANCED TRAFFIC FLOW IN KAMPALA CITY</a:t>
            </a:r>
          </a:p>
          <a:p>
            <a:r>
              <a:t>SSERUNJOGI AMBROSE | MSc. THESIS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A0E14"/>
                </a:solidFill>
              </a:defRPr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Background (Part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Kampala's traffic landscape is evolving towards a heterogeneous mix where tricycles bridge the gap between motorcycles and cars.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Background (Part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background and its implications for the research study objectives.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Background (Part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background and its implications for the research study objectives.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The Problem (Part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Standard PCU values ignore the 'Aggressive Weaving' behavior of tricycles, leading to misallocated green time at junctions.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The Problem (Part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the problem and its implications for the research study objectives.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The Problem (Part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the problem and its implications for the research study objectives.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Objectives (Part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1. Empirical derivation of PCU values.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2. Dynamic factor modeling (V/C, Weather).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3. VISSIM calibration for local behavior.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Objectives (Part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objectives and its implications for the research study objectives.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Objectives (Part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objectives and its implications for the research study objectives.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A0E14"/>
                </a:solidFill>
              </a:defRPr>
            </a:pPr>
            <a:r>
              <a:t>LITERATURE 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The PCU Concept (Part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Standardization of mixed traffic into a common metric based on occupancy and operational characteristics.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The PCU Concept (Part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the pcu concept and its implications for the research study objectives.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The PCU Concept (Part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the pcu concept and its implications for the research study objectives.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LWR Theory (Part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Kinematic wave theory applied to tricycles to model bottleneck shockwaves and critical density shifts.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LWR Theory (Part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lwr theory and its implications for the research study objectives.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LWR Theory (Part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lwr theory and its implications for the research study objectives.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Regional Benchmarks (Part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Comparing Kampala behavior to studies in Ghana (0.75) and India (1.32) to justify local context research.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Regional Benchmarks (Part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regional benchmarks and its implications for the research study objectives.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Regional Benchmarks (Part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regional benchmarks and its implications for the research study objectives.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A0E14"/>
                </a:solidFill>
              </a:defRPr>
            </a:pPr>
            <a:r>
              <a:t>METHODOLOGY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The Big 5 Sites (Part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Wandegeya, Kibuye, Bakuli, Bwaise, and Nateete - selected for their high tricycle interaction indices.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The Big 5 Sites (Part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the big 5 sites and its implications for the research study objectives.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The Big 5 Sites (Part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the big 5 sites and its implications for the research study objectives.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Data Capture (Part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High-definition video sensors (1080p/60fps) mounted at 5.5m to eliminate vehicle occlusion.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Data Capture (Part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data capture and its implications for the research study objectives.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Data Capture (Part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data capture and its implications for the research study objectives.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VISSIM Calibration (Part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Wiedemann 74 parameters (ax, bx_add, bx_mult) adjusted to reflect close following and weaving.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VISSIM Calibration (Part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vissim calibration and its implications for the research study objectives.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VISSIM Calibration (Part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vissim calibration and its implications for the research study objectives.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A0E14"/>
                </a:solidFill>
              </a:defRPr>
            </a:pPr>
            <a:r>
              <a:t>RESULTS &amp; DISCUSSION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Static PCU Findings (Part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Observed PCU values (1.35 - 1.45) significantly exceed default standards, reducing saturation flow by 18%.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Static PCU Findings (Part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static pcu findings and its implications for the research study objectives.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Static PCU Findings (Part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static pcu findings and its implications for the research study objectives.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Multivariate Analysis (Part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PCU is density-dependent; values escalate from 1.15 to 1.62 as the V/C ratio approaches 1.0.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Multivariate Analysis (Part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multivariate analysis and its implications for the research study objectives.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Multivariate Analysis (Part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multivariate analysis and its implications for the research study objectives.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Electric vs Manual (Part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E-Tuks show 15% better maneuverability efficiency, presenting a sustainable pathway for urban mobility.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Electric vs Manual (Part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electric vs manual and its implications for the research study objectives.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Electric vs Manual (Part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Further detailed data analysis regarding electric vs manual and its implications for the research study objectives.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F2FF"/>
                </a:solidFill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90895" cy="4572000"/>
          </a:xfrm>
          <a:prstGeom prst="roundRect">
            <a:avLst/>
          </a:prstGeom>
          <a:solidFill>
            <a:srgbClr val="141E2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25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Q&amp;A Session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Presenter: Sserunjogi Ambrose</a:t>
            </a:r>
          </a:p>
          <a:p>
            <a:pPr>
              <a:spcAft>
                <a:spcPts val="1200"/>
              </a:spcAft>
              <a:defRPr sz="2200">
                <a:solidFill>
                  <a:srgbClr val="E6E6E6"/>
                </a:solidFill>
              </a:defRPr>
            </a:pPr>
            <a:r>
              <a:t>a.sserunjogi@kiu.ac.ug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